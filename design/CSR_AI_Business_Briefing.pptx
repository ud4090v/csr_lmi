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three sentences on this slide — they answer the three questions every stakeholder silently asks about AI: Where does our data go? (nowhere — your own platform, your own network.) Can it overrule people? (no — it cannot approve, reject, or block.) What if it breaks? (nothing stops.) Everything else in this briefing is detail behind these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1) The analyst finishes and signs — at that moment the record locks; the AI only ever sees finished, signed work, never drafts in progress. 2) The AI reads each answer against the requirement it responds to — like a second pair of eyes doing a first pass. 3) It attaches advisory notes to the record — 'worth a look' pointers ranked High/Medium/Low, each naming the exact procedure it concerns. 4) The reviewer starts with the riskiest submissions and makes the only decision that exists: return with notes, or complete. Then the two boxes that matter most: the dashed border — everything inside your network, nothing to any external AI service — and the white box: it reads requirements and responses, nothing else, and it assesses submissions, never people. Close on the four guarantees: these are wired into the system, not written in a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concrete — this example is from the demo, using your real procedure text. The requirement says a 10% minimum sample; the analyst wrote 4 of 52 — 7.7%. The AI did the arithmetic and raised a hand. Spend a moment on the last bullet: the worst case of a wrong AI note is one minute of reviewer time. The worst case of a missed shortfall is an audit finding. That asymmetry is the business case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guardrails, and the phrasing matters: these are properties of how the system is built, not policies someone promises to follow. The two that land hardest with compliance audiences: 'it reviews work, not workers' — this is not employee monitoring, and saying so explicitly prevents the quiet resistance that kills rollouts; and 'off switch included' — adopting the AI is a reversible decision, which makes saying yes easy.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Tailor emphasis to who is in the room. For analysts the message is reassurance: nothing watches them type, flags are about submissions. For reviewers it's leverage: pre-sorted queue, seconds to verify a citation. For Ray it's the end of chasing plus an earlier quality signal. For compliance it's a better audit file: every AI note is itself an auditable record, and the human decision trail is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reversibility — it is the single strongest buy-in argument for cautious stakeholders: this is not a bet, it's a trial with an off switch and an audit trail. The pilot framing gives them ownership: their reviewers judge flag quality, and that judgment steers how much weight the AI gets. Ask for the three things on the right and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A4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ECD"/>
                </a:solidFill>
              </a:rPr>
              <a:t>CSR Auditing Application — AI Briefing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3A4A5A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9E"/>
                </a:solidFill>
              </a:rPr>
              <a:t>CSR Auditing Application — AI Briefing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in the CSR Auditing Application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17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A second pair of eyes on every submission — with people in charge of every decision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39136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EE"/>
                </a:solidFill>
              </a:rPr>
              <a:t>Runs on your own in-house AI platform — no external AI services, nothing leaves your network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6360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EE"/>
                </a:solidFill>
              </a:rPr>
              <a:t>Advisory only — it can point, it cannot approve, reject, block, or change anything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29437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5230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EE"/>
                </a:solidFill>
              </a:rPr>
              <a:t>Fails safe — if the AI is unavailable, the checklist process runs exactly as before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What the AI does — in one picture</a:t>
            </a:r>
            <a:endParaRPr lang="en-US" sz="3000" dirty="0"/>
          </a:p>
        </p:txBody>
      </p:sp>
      <p:pic>
        <p:nvPicPr>
          <p:cNvPr id="3" name="AI integration overview diagram" descr="/home/claude/ai_busine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868680"/>
            <a:ext cx="10058400" cy="5715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What a finding actually looks like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The requirement (from your checklist, verbatim)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49440" cy="1371600"/>
          </a:xfrm>
          <a:prstGeom prst="roundRect">
            <a:avLst>
              <a:gd name="adj" fmla="val 5333"/>
            </a:avLst>
          </a:prstGeom>
          <a:solidFill>
            <a:srgbClr val="EFF1F2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91056"/>
            <a:ext cx="6492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15559"/>
                </a:solidFill>
              </a:rPr>
              <a:t>“… you are required to judgmentally select a sample of no less than 10% of the line items included in the consolidated MAO charts for the LOB, and to agree the EAC at Sell, Profit $ and Profit % back to the source documentation …”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What the analyst wrote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55848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F0F9F0"/>
          </a:solidFill>
          <a:ln w="12700">
            <a:solidFill>
              <a:srgbClr val="B5D6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465576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15559"/>
                </a:solidFill>
              </a:rPr>
              <a:t>“I judgmentally selected a sample of 4 line items from the 52 total line items included in the consolidated MAO charts …”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The AI’s note to the reviewer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910328"/>
            <a:ext cx="6949440" cy="1188720"/>
          </a:xfrm>
          <a:prstGeom prst="roundRect">
            <a:avLst>
              <a:gd name="adj" fmla="val 6154"/>
            </a:avLst>
          </a:prstGeom>
          <a:solidFill>
            <a:srgbClr val="FDEAEA"/>
          </a:solidFill>
          <a:ln w="15875">
            <a:solidFill>
              <a:srgbClr val="D20A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093208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D2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0932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50292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“Response states 4 line items reviewed from 52 total (7.7%). Requirement is no less than 10% — expected sample size is 6. Evidence may be insufficient.”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1481328"/>
            <a:ext cx="3794760" cy="461772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5875">
            <a:solidFill>
              <a:srgbClr val="6E1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92440" y="1664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1414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14884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15559"/>
                </a:solidFill>
              </a:rPr>
              <a:t>This is exactly the kind of miss that surfaces in external audit — caught the day it was submitted, not months later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15559"/>
                </a:solidFill>
              </a:rPr>
              <a:t>The note cites the procedure, the numbers, and the gap — the reviewer verifies in seconds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15559"/>
                </a:solidFill>
              </a:rPr>
              <a:t>The reviewer still reads the actual work and decides — maybe the sampling was justified; the AI only raised a hand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15559"/>
                </a:solidFill>
              </a:rPr>
              <a:t>If the note is wrong, the cost is one minute of reviewer attention — that asymmetry is why advisory-only is the right design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The guardrails — wired in, not written down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EFF1F2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3533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1414"/>
                </a:solidFill>
              </a:rPr>
              <a:t>A person decides — always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920240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The reviewer accepts or returns every checklist. The AI has no approve button, no reject button, and no way to change a status or a record. This is not a policy that could drift — the capability does not exist in the system.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70832" y="118872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EFF1F2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3533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1414"/>
                </a:solidFill>
              </a:rPr>
              <a:t>It never blocks, never delays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920240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Submissions complete at full speed whether the AI responds in two seconds, twenty, or not at all. Notes attach alongside the work; they are never in its way.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93024" y="118872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EFF1F2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3533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1414"/>
                </a:solidFill>
              </a:rPr>
              <a:t>Your data stays home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1920240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The model is your own platform, inside your network. No data to external AI vendors, no training on your content without your say-so — we will hold written confirmation of the platform’s retention policy in the audit file.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6E14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8679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1414"/>
                </a:solidFill>
              </a:rPr>
              <a:t>Traceable like everything else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434840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Every note records which model version wrote it and when, stored on the checklist record itself — reviewers and auditors see the same thing. Nothing the AI does is off the books.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70832" y="370332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6E14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8679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1414"/>
                </a:solidFill>
              </a:rPr>
              <a:t>It reviews work, not workers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434840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The AI reads requirements and responses — nothing else. No analyst scoring, no performance dashboards, no monitoring angle. Its output is about the submission, and only the submission.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93024" y="370332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6E14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94192" y="38679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1414"/>
                </a:solidFill>
              </a:rPr>
              <a:t>Off switch included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4434840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The AI layer can be paused or switched off entirely at any time — the application runs identically without it. Adopting it is reversible, which makes trying it low-risk.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What it means for each of you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350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1414"/>
                </a:solidFill>
              </a:rPr>
              <a:t>Analysts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Nothing new to learn, nothing watching over your shoulder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848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The AI never touches your work while you write — it reads only finished, signed submissions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A returned checklist comes back with the reviewer’s written notes — same as today, just faster and better aimed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91072" y="11887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3350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1414"/>
                </a:solidFill>
              </a:rPr>
              <a:t>Reviewers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Start where the risk is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0848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The queue arrives pre-sorted — highest-flag submissions first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Each note cites the procedure and the gap; verifying takes seconds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Your judgment is the decision — the AI never pre-decides anything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8953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1414"/>
                </a:solidFill>
              </a:rPr>
              <a:t>Ray / process owners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The chasing is over; the quality floor rises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64515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Incomplete work can’t be submitted at all — and weak-but-complete work gets flagged on day one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Quarter-close risk surfaces while there is still time to fix 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91072" y="374904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9672" y="38953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1414"/>
                </a:solidFill>
              </a:rPr>
              <a:t>Audit &amp; compliance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A stronger file, not a black box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464515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Every finding is on the record with model version and timestamp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Human decision-making is demonstrable — flags advised, people decided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Written platform retention confirmation lives in the audit file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Your controls — and what we ask of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</a:rPr>
              <a:t>You stay in control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E"/>
                </a:solidFill>
              </a:rPr>
              <a:t>Switch the AI layer on, off, or pause it — anytime, no side effects on the process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E"/>
                </a:solidFill>
              </a:rPr>
              <a:t>Choose and change the model it uses — an operations setting, not a project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E"/>
                </a:solidFill>
              </a:rPr>
              <a:t>See everything it produces — every note, on the record, nothing hidden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E"/>
                </a:solidFill>
              </a:rPr>
              <a:t>Tune what it looks for — the review instructions are yours to evolve each cycle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</a:rPr>
              <a:t>To move forward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0116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E"/>
                </a:solidFill>
              </a:rPr>
              <a:t>Your blessing on the advisory-only design shown today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E"/>
                </a:solidFill>
              </a:rPr>
              <a:t>Platform team confirmation on data retention — in writing, for the audit file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E"/>
                </a:solidFill>
              </a:rPr>
              <a:t>Two or three reviewers for a pilot quarter — their verdict on flag quality decides how far we lean on 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2E3B49"/>
          </a:solidFill>
          <a:ln w="6350">
            <a:solidFill>
              <a:srgbClr val="AEBE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The bottom line: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the AI makes your reviewers faster and your audit file stronger — and if it ever disappoints, you turn it off and have lost nothing.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MI CSR AI Briefing">
  <a:themeElements>
    <a:clrScheme name="LMI CSR AI Briefing">
      <a:dk1>
        <a:srgbClr val="1A1A1A"/>
      </a:dk1>
      <a:lt1>
        <a:srgbClr val="FFFFFF"/>
      </a:lt1>
      <a:dk2>
        <a:srgbClr val="3A4A5A"/>
      </a:dk2>
      <a:lt2>
        <a:srgbClr val="EFF1F2"/>
      </a:lt2>
      <a:accent1>
        <a:srgbClr val="6E1414"/>
      </a:accent1>
      <a:accent2>
        <a:srgbClr val="3A4A5A"/>
      </a:accent2>
      <a:accent3>
        <a:srgbClr val="0070F2"/>
      </a:accent3>
      <a:accent4>
        <a:srgbClr val="188918"/>
      </a:accent4>
      <a:accent5>
        <a:srgbClr val="E76500"/>
      </a:accent5>
      <a:accent6>
        <a:srgbClr val="D20A0A"/>
      </a:accent6>
      <a:hlink>
        <a:srgbClr val="0070F2"/>
      </a:hlink>
      <a:folHlink>
        <a:srgbClr val="6E1414"/>
      </a:folHlink>
    </a:clrScheme>
    <a:fontScheme name="LMI CSR AI Brief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the CSR Auditing Application — Business Briefing</dc:title>
  <dc:subject>PptxGenJS Presentation</dc:subject>
  <dc:creator>CSR Project</dc:creator>
  <cp:lastModifiedBy>CSR Project</cp:lastModifiedBy>
  <cp:revision>1</cp:revision>
  <dcterms:created xsi:type="dcterms:W3CDTF">2026-10-27T16:06:31Z</dcterms:created>
  <dcterms:modified xsi:type="dcterms:W3CDTF">2026-10-27T16:06:31Z</dcterms:modified>
</cp:coreProperties>
</file>